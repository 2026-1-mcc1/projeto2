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66" y="-2346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3268631" y="11000222"/>
            <a:ext cx="1609563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25186332"/>
            <a:ext cx="12527228" cy="13078012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WOULD YOU LIKE YOUR RECEIPT?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307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Lucas </a:t>
            </a:r>
            <a:r>
              <a:rPr lang="pt-BR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Pascali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Pietra Ruiz, Guilherme Montes, Gabriel </a:t>
            </a:r>
            <a:r>
              <a:rPr lang="pt-BR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Cuentas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Adriano Valente, Eduardo Savino, Luis Pires, Renata Muniz, Victor Rosetti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869893" y="27107876"/>
            <a:ext cx="11400000" cy="11084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THEHEADQUARTERS. Making a FNAF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Camera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System ||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Remastered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FNAF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fan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game Tutorial Part 2. [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S.l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.]: YouTube, 2024. 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Disponível em: https://www.youtube.com/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watch?v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=0t_3Yer6Mng.</a:t>
            </a:r>
          </a:p>
          <a:p>
            <a:pPr lvl="0" algn="just">
              <a:lnSpc>
                <a:spcPct val="140000"/>
              </a:lnSpc>
            </a:pPr>
            <a:b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PROGRAMAGEM. Unity – Simples Sistema de Objetivos (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Goal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System) #2 Criando Scripts Base. [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S.l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.]: YouTube, 2021. Disponível em: 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https://www.youtube.com/watch?v=P9TAV4FMtU4</a:t>
            </a:r>
          </a:p>
          <a:p>
            <a:pPr lvl="0" algn="just">
              <a:lnSpc>
                <a:spcPct val="140000"/>
              </a:lnSpc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CAWTHON, Scott. Five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Nights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at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Freddy’s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. [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S.l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.]: Scott Games, 2014. Microsoft Windows.</a:t>
            </a:r>
          </a:p>
          <a:p>
            <a:pPr lvl="0" algn="just">
              <a:lnSpc>
                <a:spcPct val="140000"/>
              </a:lnSpc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Supermarket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Simulator. [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S.l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.]: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Nokta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Games, 2024. Microsoft Windows.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1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foi desenvolvido em C#, utilizando 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Unity.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endParaRPr lang="pt-BR" sz="343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C#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Unity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pt-BR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Organização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projeto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tarefas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através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Github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pt-BR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369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Há uma carência de jogos simples que simulem atividades do cotidiano, como o trabalho de operador de caixa, que exigem atenção, rapidez e organização. Assim, surge a necessidade de uma experiência acessível e interativa, inspirada em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Supermarket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Simulator.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46" y="21007332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O projeto é um jogo de simulação em primeira pessoa onde o jogador trabalha como operador de caixa em um supermercado. O objetivo é atender clientes, escanear produtos, registrar compras e entregar o troco corretamente enquanto novos clientes entram na loja. O jogo possui sistema de clientes e produtos aleatórios, tornando cada atendimento diferente e mais dinâmico. A proposta é oferecer uma experiência simples e interativa, focada em atenção e rapidez. Inspirado em jogos como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Supermarket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Simulator, o projeto busca criar uma experiência casual com potencial para futuras expansões, como novos modos de jogo e layouts de loja.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O nosso jogo já é um sucesso, com a nossa mecânica central funcionando na prática, onde o personagem trabalha em um supermercado bipando os produtos e interagindo com os clientes e tendo seu diferencial que são as câmeras de segurança do local onde o nosso personagem identifica se há algum furto na loja. Ao longo do tempo tivemos bastante desafios em questão aos códigos e na implementação deles na ambientação do jogo, porém resolvemos com o auxílio de vídeos no YouTube e inteligência artificial.</a:t>
            </a:r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A983F9E-DD05-6B7B-9798-D5A94F87A4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47812" y="21447124"/>
            <a:ext cx="2951177" cy="295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65D1F7-8406-47AE-387B-4E2A8527E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5568" y="18503094"/>
            <a:ext cx="12028649" cy="67628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451</Words>
  <Application>Microsoft Office PowerPoint</Application>
  <PresentationFormat>Personalizar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Krentell Lastname</cp:lastModifiedBy>
  <cp:revision>2</cp:revision>
  <dcterms:created xsi:type="dcterms:W3CDTF">2006-08-16T00:00:00Z</dcterms:created>
  <dcterms:modified xsi:type="dcterms:W3CDTF">2026-05-04T21:57:43Z</dcterms:modified>
</cp:coreProperties>
</file>